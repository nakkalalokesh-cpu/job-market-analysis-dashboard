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5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82" y="3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KESH N" userId="81834f4d8603fbc0" providerId="LiveId" clId="{1A28DEDA-DD09-4137-BA97-4CD92AB4F07B}"/>
    <pc:docChg chg="custSel modSld">
      <pc:chgData name="LOKESH N" userId="81834f4d8603fbc0" providerId="LiveId" clId="{1A28DEDA-DD09-4137-BA97-4CD92AB4F07B}" dt="2026-06-24T13:42:01.131" v="1" actId="27636"/>
      <pc:docMkLst>
        <pc:docMk/>
      </pc:docMkLst>
      <pc:sldChg chg="modSp mod">
        <pc:chgData name="LOKESH N" userId="81834f4d8603fbc0" providerId="LiveId" clId="{1A28DEDA-DD09-4137-BA97-4CD92AB4F07B}" dt="2026-06-24T13:42:01.131" v="1" actId="27636"/>
        <pc:sldMkLst>
          <pc:docMk/>
          <pc:sldMk cId="3852951382" sldId="262"/>
        </pc:sldMkLst>
        <pc:spChg chg="mod">
          <ac:chgData name="LOKESH N" userId="81834f4d8603fbc0" providerId="LiveId" clId="{1A28DEDA-DD09-4137-BA97-4CD92AB4F07B}" dt="2026-06-24T13:42:01.131" v="1" actId="27636"/>
          <ac:spMkLst>
            <pc:docMk/>
            <pc:sldMk cId="3852951382" sldId="262"/>
            <ac:spMk id="3" creationId="{628FA973-BAFF-56AF-8E3A-3EC03F37AE5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5783" y="1938529"/>
            <a:ext cx="6253317" cy="1992859"/>
          </a:xfrm>
        </p:spPr>
        <p:txBody>
          <a:bodyPr>
            <a:normAutofit fontScale="90000"/>
          </a:bodyPr>
          <a:lstStyle/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MARKET ANALYSIS</a:t>
            </a:r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8"/>
            <a:ext cx="6269347" cy="2185259"/>
          </a:xfrm>
        </p:spPr>
        <p:txBody>
          <a:bodyPr>
            <a:normAutofit/>
          </a:bodyPr>
          <a:lstStyle/>
          <a:p>
            <a:pPr algn="ctr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Job Market Analysis Using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| SQL | Excel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en-I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algn="ctr">
              <a:lnSpc>
                <a:spcPct val="100000"/>
              </a:lnSpc>
            </a:pPr>
            <a:r>
              <a:rPr lang="en-I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N Lokesh</a:t>
            </a:r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5071873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437A5-7D9D-739C-9520-D638FB22D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53801"/>
            <a:ext cx="10058400" cy="1450757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B67AF-09C1-56C5-8945-CB8E1A872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57984"/>
            <a:ext cx="10058400" cy="4023359"/>
          </a:xfrm>
        </p:spPr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job market contains a large number of Data Science-related job postings across different companies, industries, and locations.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seekers need insights into salary trends, hiring demand, required skills, and educational qualifications to make informed career decisions.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Companies need to understand market trends, skill requirements, and hiring competition to attract qualified talent.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analysis of hundreds of job postings is time-consuming and inefficient.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interactive Job Market Analysis Dashboard is required to identify hiring trends, salary patterns, skill demand, and education requirements for data-driven decision-making.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4134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46966-66F3-60A8-B7A4-30CF9A362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17EBB-EDA2-C255-5923-4ADE75CE0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Job Posting Records: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Approximately 739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Job Market Database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Columns Used: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Title, Company Name, Industry, Location, Salary Estimate, Degree, Rating, Python, SQL, Excel, AWS, Spark, Tableau and other skill-related fields.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analysis job market trends, salary patterns, hiring demand, required skills, educational qualifications, and company hiring activities in the Data Science domain.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8106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91E62-D3CA-545A-C7B8-CC85F08FE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7A84B-14B9-FFC4-33EA-D25D68CE6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Connected to the Job Market database and imported the dataset.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Standardized column names for consistency and readability.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Checked for missing values and handled null or invalid records where necessary.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Verified salary-related fields and skill columns for accurate analysis.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Validated data quality and prepared the dataset for visualization and reporting.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6036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CE459-785C-059C-EB11-B8AB752DE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Market Analysis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FA973-BAFF-56AF-8E3A-3EC03F37A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Dashboard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States with the highest number of Data Science job opportunities were identified.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Average salary variations across different states were analysed.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Top 5 industries with the highest number of Data Science job postings were identified.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Companies with the maximum number of job openings were analysed.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The dashboard provides a comprehensive overview of hiring trends and salary patterns in the Data     Science job market.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2951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7D4014-2843-DC10-9EFF-4A50D5FF3D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97" y="498535"/>
            <a:ext cx="10614086" cy="5390201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66A5D8BE-08FF-A837-B77B-84A2EC4A0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9982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993CB-C0DC-8039-16F5-C063C0A4F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58293C-98F8-F5ED-0C29-35589D2E13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451104"/>
            <a:ext cx="10582656" cy="546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062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14C7F-5190-C30E-66F3-3188E21D1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492082"/>
            <a:ext cx="10058400" cy="99364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Highlights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CB3CD-6F2C-DE97-78F9-DFBC533937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3984" y="1950720"/>
            <a:ext cx="5462016" cy="4108704"/>
          </a:xfrm>
        </p:spPr>
        <p:txBody>
          <a:bodyPr>
            <a:no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Market Analysis Dashboard: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States with the highest number of Data Science job opportunities were identified.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salary variations across different states were analysed.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5 industries with the highest number of Data Science job postings were identified.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Companies with the maximum number of job openings were analysed.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provides a comprehensive overview of hiring trends and salary patterns in the Data Science job market.</a:t>
            </a:r>
          </a:p>
          <a:p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2233E9-7B0F-744D-5DFE-D83F53C52D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5456" y="1950720"/>
            <a:ext cx="5242560" cy="4108704"/>
          </a:xfrm>
        </p:spPr>
        <p:txBody>
          <a:bodyPr>
            <a:normAutofit fontScale="85000" lnSpcReduction="20000"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Roles &amp; Skills Analysis Dashboard: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  </a:t>
            </a:r>
            <a:r>
              <a:rPr lang="en-IN" sz="2000" dirty="0"/>
              <a:t>Job titles with the highest number of openings were identified.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  Average salary comparison across different job roles was analysed.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  Most in-demand technical skills required by employers were identified.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  The relationship between educational qualifications and average salary was evaluated.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The dashboard provides insights into job demand, salary trends, and skill </a:t>
            </a:r>
            <a:r>
              <a:rPr lang="en-IN" sz="1800" dirty="0"/>
              <a:t>requirements in the Data Science job market.</a:t>
            </a:r>
          </a:p>
          <a:p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8058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FBB48-972E-BA12-3E86-43BBBB89B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07606-3FB3-A58E-7AA8-DB6CB3B95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Data Scientist and Data Engineer are among the most in-demand job roles in the Data Science job market.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Salary levels vary significantly across different states, indicating regional differences in hiring demand and compensation.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Biotech &amp; Pharmaceuticals and other technology-driven industries have a high number of Data Science job postings.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Python, SQL, and other technical skills are among the most frequently requested skills by employers.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 small number of companies contribute a significant share of total job openings.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Educational qualifications have an impact on salary levels, with higher qualifications generally associated with better compensation opportunities.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6055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2656F-4244-6AA9-CD8C-240DE7B7D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3B3A7-237E-3CEE-5EAB-F5EB71508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Job seekers should focus on developing Python, SQL, and other in-demand technical skills to improve employability.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Organizations should invest in employee upskilling and continuous learning programs to meet evolving industry demands.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Companies should focus recruitment efforts on locations with strong Data Science talent availability.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Candidates seeking higher compensation should target industries and job roles that consistently offer competitive salaries.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Pursuing higher educational qualifications can improve career growth opportunities and earning potential in the Data Science field.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362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1AC53-444C-79EF-1556-0EC6CEDBE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0ACCC-67E4-A78A-F653-A45F186B0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Job Market Analysis Dashboard successfully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Science job postings, salary trends, hiring demand, required skills, and educational qualifications.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dashboard provided valuable insights into job opportunities across different states, industries, and companies.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analysis identified the most demanded job roles, key technical skills, and salary patterns in the Data Science job market.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These insights can help job seekers make informed career decisions and assist organizations in developing effective hiring and workforce strategies.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8164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20491619">
            <a:off x="902208" y="624840"/>
            <a:ext cx="10058400" cy="3892168"/>
          </a:xfrm>
        </p:spPr>
        <p:txBody>
          <a:bodyPr anchor="ctr">
            <a:normAutofit/>
          </a:bodyPr>
          <a:lstStyle/>
          <a:p>
            <a:pPr lvl="0" algn="ctr"/>
            <a:r>
              <a:rPr lang="en-IN" sz="7200" u="sng" dirty="0">
                <a:latin typeface="Algerian" panose="04020705040A02060702" pitchFamily="82" charset="0"/>
              </a:rPr>
              <a:t>Thank You..!</a:t>
            </a:r>
            <a:endParaRPr lang="en-US" sz="7200" i="1" u="sng" dirty="0">
              <a:solidFill>
                <a:srgbClr val="FFFFFF"/>
              </a:solidFill>
              <a:latin typeface="Algerian" panose="04020705040A02060702" pitchFamily="82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{B11B5DD1-A538-40CF-A242-D2462CB51B1C}TFf0a5ceae-4542-492d-822e-d65a94fb0e1e3b562c5a_win32-009a0557e699</Template>
  <TotalTime>48</TotalTime>
  <Words>799</Words>
  <Application>Microsoft Office PowerPoint</Application>
  <PresentationFormat>Widescreen</PresentationFormat>
  <Paragraphs>66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Algerian</vt:lpstr>
      <vt:lpstr>Bookman Old Style</vt:lpstr>
      <vt:lpstr>Calibri</vt:lpstr>
      <vt:lpstr>Franklin Gothic Book</vt:lpstr>
      <vt:lpstr>Times New Roman</vt:lpstr>
      <vt:lpstr>Wingdings</vt:lpstr>
      <vt:lpstr>Custom</vt:lpstr>
      <vt:lpstr> JOB MARKET ANALYSIS DASHBOARD</vt:lpstr>
      <vt:lpstr>Business Problem</vt:lpstr>
      <vt:lpstr>Dataset Overview</vt:lpstr>
      <vt:lpstr>Data Cleaning Process</vt:lpstr>
      <vt:lpstr>Job Market Analysis Dashboard</vt:lpstr>
      <vt:lpstr> </vt:lpstr>
      <vt:lpstr> </vt:lpstr>
      <vt:lpstr>Dashboard Highlights</vt:lpstr>
      <vt:lpstr>Key Business Insights</vt:lpstr>
      <vt:lpstr>Recommendations</vt:lpstr>
      <vt:lpstr>Conclusion</vt:lpstr>
      <vt:lpstr>Thank You..!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LOKESH N</dc:creator>
  <cp:lastModifiedBy>LOKESH N</cp:lastModifiedBy>
  <cp:revision>1</cp:revision>
  <dcterms:created xsi:type="dcterms:W3CDTF">2026-06-24T12:51:12Z</dcterms:created>
  <dcterms:modified xsi:type="dcterms:W3CDTF">2026-06-24T13:42:10Z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